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38a6dd33a42fe" /><Relationship Type="http://schemas.openxmlformats.org/officeDocument/2006/relationships/extended-properties" Target="/docProps/app.xml" Id="Rf6565501647e4e57" /><Relationship Type="http://schemas.openxmlformats.org/officeDocument/2006/relationships/officeDocument" Target="/ppt/presentation.xml" Id="Rd3a096210158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acb14eb0a4069"/>
  </p:sldMasterIdLst>
  <p:notesMasterIdLst>
    <p:notesMasterId xmlns:r="http://schemas.openxmlformats.org/officeDocument/2006/relationships" r:id="Re618fc1188a74f8b"/>
  </p:notesMasterIdLst>
  <p:sldIdLst>
    <p:sldId xmlns:r="http://schemas.openxmlformats.org/officeDocument/2006/relationships" id="256" r:id="Rdb0e9580e21b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298209142c41d2" /><Relationship Type="http://schemas.openxmlformats.org/officeDocument/2006/relationships/slideMaster" Target="/ppt/slideMasters/slideMaster1.xml" Id="Re53acb14eb0a4069" /><Relationship Type="http://schemas.openxmlformats.org/officeDocument/2006/relationships/notesMaster" Target="/ppt/notesMasters/notesMaster1.xml" Id="Re618fc1188a74f8b" /><Relationship Type="http://schemas.openxmlformats.org/officeDocument/2006/relationships/presProps" Target="/ppt/presProps.xml" Id="R3fe358e9bcba4149" /><Relationship Type="http://schemas.openxmlformats.org/officeDocument/2006/relationships/tableStyles" Target="/ppt/tableStyles.xml" Id="R37116363aa304cfa" /><Relationship Type="http://schemas.openxmlformats.org/officeDocument/2006/relationships/slide" Target="/ppt/slides/slide1.xml" Id="Rdb0e9580e21b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4127adb9e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d368e29944c41" /><Relationship Type="http://schemas.openxmlformats.org/officeDocument/2006/relationships/notesMaster" Target="/ppt/notesMasters/notesMaster1.xml" Id="Rbeb0798b15cd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3c198fcb84e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bf2010ebc41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bf2a1ddf246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2a0f8fbbb42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9cec5c3ca44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f9c9a2f33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1697E2-97AD-487F-B44B-C8AFCE8C5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F75A46-82DD-4143-9F0C-37E2A196E2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4D84B7-CD3F-4407-88DD-324F29504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497193-BD6C-4CAA-A828-6FE0A1535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E7DBCB-2D73-4E96-934A-9ACA1E1F5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F29B08-1B82-4534-AB3D-D0E61EB23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4FAC9D-10E1-49CC-8D05-C9E75E472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50441C-8597-4749-ADDB-74EA8925E1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3D9E90-E009-430A-9D72-EF06E3D10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90B24A-FBEB-410D-B7F1-CD2976D10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19a39fb2b4573" /><Relationship Type="http://schemas.openxmlformats.org/officeDocument/2006/relationships/slideLayout" Target="/ppt/slideLayouts/slideLayout1.xml" Id="R9254a1a3b7824d09" /><Relationship Type="http://schemas.openxmlformats.org/officeDocument/2006/relationships/slideLayout" Target="/ppt/slideLayouts/slideLayout2.xml" Id="R31f6482736854ab1" /><Relationship Type="http://schemas.openxmlformats.org/officeDocument/2006/relationships/slideLayout" Target="/ppt/slideLayouts/slideLayout3.xml" Id="R457453b1338a4cb3" /><Relationship Type="http://schemas.openxmlformats.org/officeDocument/2006/relationships/slideLayout" Target="/ppt/slideLayouts/slideLayout4.xml" Id="Rbc39cc1f27df46a3" /><Relationship Type="http://schemas.openxmlformats.org/officeDocument/2006/relationships/slideLayout" Target="/ppt/slideLayouts/slideLayout5.xml" Id="Rf8495bd27f894c22" /><Relationship Type="http://schemas.openxmlformats.org/officeDocument/2006/relationships/slideLayout" Target="/ppt/slideLayouts/slideLayout6.xml" Id="Rb1cc2d1cf0cb4a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4a1a3b7824d09"/>
    <p:sldLayoutId xmlns:r="http://schemas.openxmlformats.org/officeDocument/2006/relationships" id="2147483650" r:id="R31f6482736854ab1"/>
    <p:sldLayoutId xmlns:r="http://schemas.openxmlformats.org/officeDocument/2006/relationships" id="2147483651" r:id="R457453b1338a4cb3"/>
    <p:sldLayoutId xmlns:r="http://schemas.openxmlformats.org/officeDocument/2006/relationships" id="2147483652" r:id="Rbc39cc1f27df46a3"/>
    <p:sldLayoutId xmlns:r="http://schemas.openxmlformats.org/officeDocument/2006/relationships" id="2147483653" r:id="Rf8495bd27f894c22"/>
    <p:sldLayoutId xmlns:r="http://schemas.openxmlformats.org/officeDocument/2006/relationships" id="2147483654" r:id="Rb1cc2d1cf0cb4a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cae3ff2904a8e" /><Relationship Type="http://schemas.openxmlformats.org/officeDocument/2006/relationships/notesSlide" Target="/ppt/notesSlides/notesSlide1.xml" Id="R770a429010f740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FD59A-FB1E-470C-AF58-4F78A8E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36F4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36F45"/>
                </a:solidFill>
              </a:defRPr>
            </a:pPr>
            <a:r>
              <a:rPr sz="1275" b="1">
                <a:solidFill>
                  <a:srgbClr val="E36F45"/>
                </a:solidFill>
              </a:rPr>
              <a:t>DOMAIN 1    MARKDOWN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AEA11-B022-404C-A875-FF8888B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2213B"/>
                </a:solidFill>
              </a:defRPr>
            </a:pPr>
            <a:r>
              <a:rPr sz="3225" b="1">
                <a:solidFill>
                  <a:srgbClr val="12213B"/>
                </a:solidFill>
              </a:rPr>
              <a:t>Markdown sections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4FEBB-CADE-4163-908A-23B7E9D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Five CommonMark documents, each below 2,000 prefill tokens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840E-E464-4558-8D0E-B8495C11173A}"/>
              </a:ext>
            </a:extLst>
          </p:cNvPr>
          <p:cNvGraphicFramePr/>
          <p:nvPr/>
        </p:nvGraphicFramePr>
        <p:xfrm>
          <a:off xmlns:a="http://schemas.openxmlformats.org/drawingml/2006/main" x="723900" y="1924050"/>
          <a:ext xmlns:a="http://schemas.openxmlformats.org/drawingml/2006/main" cx="1074420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6400"/>
                <a:gridCol w="790575"/>
                <a:gridCol w="809625"/>
                <a:gridCol w="1571625"/>
                <a:gridCol w="1238250"/>
                <a:gridCol w="1066800"/>
                <a:gridCol w="1524000"/>
                <a:gridCol w="2066925"/>
              </a:tblGrid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 / B tokens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KV drop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CPU total</a:t>
                      </a:r>
                    </a:p>
                  </a:txBody>
                  <a:tcPr marL="91440" marR="91440" marT="45720" marB="45720">
                    <a:solidFill>
                      <a:srgbClr val="101B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Release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60 / 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26.4%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57.3%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1,795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49 / 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24.4%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1,891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Incident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 / 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26.8%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54.8%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1,729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50 / 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28.0%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1,737 ms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Storage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53 / 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20.9%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4 /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58.4%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2213B"/>
                          </a:solidFill>
                        </a:rPr>
                        <a:t>1,976 ms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8F300-D863-493E-95B8-5D56726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3B"/>
                </a:solidFill>
              </a:defRPr>
            </a:pPr>
            <a:r>
              <a:rPr sz="1875" b="1">
                <a:solidFill>
                  <a:srgbClr val="12213B"/>
                </a:solidFill>
              </a:rPr>
              <a:t>20 / 20 exact comparisons. All five B edits and evictions preserve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6271F-0DAE-4DDB-B7A1-461F1410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E"/>
                </a:solidFill>
              </a:defRPr>
            </a:pPr>
            <a:r>
              <a:rPr sz="1500" b="0">
                <a:solidFill>
                  <a:srgbClr val="53657E"/>
                </a:solidFill>
              </a:rPr>
              <a:t>Median CPU total: 1,795 ms. Pure syntax: 105 / 416 source tokens (25.2%).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FAA63-0F51-4521-918C-28C821F4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960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7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7E"/>
                </a:solidFill>
              </a:defRPr>
            </a:pPr>
            <a:r>
              <a:rPr sz="1125" b="0">
                <a:solidFill>
                  <a:srgbClr val="53657E"/>
                </a:solidFill>
              </a:rPr>
              <a:t>CPU total excludes model load. Storage uses a 3-token answer limit; other cases use 16.</a:t>
            </a:r>
          </a:p>
        </p:txBody>
      </p:sp>
    </p:spTree>
    <p:extLst>
      <p:ext uri="{BB962C8B-B14F-4D97-AF65-F5344CB8AC3E}">
        <p14:creationId xmlns:p14="http://schemas.microsoft.com/office/powerpoint/2010/main" val="1734236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2026-10-16T11:38:41.9740000Z</dcterms:created>
  <dcterms:modified xsi:type="dcterms:W3CDTF">2026-10-16T11:38:41.9740000Z</dcterms:modified>
</coreProperties>
</file>