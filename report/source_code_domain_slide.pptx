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c4ceb379654549" /><Relationship Type="http://schemas.openxmlformats.org/officeDocument/2006/relationships/extended-properties" Target="/docProps/app.xml" Id="R6df7ab8f882244b9" /><Relationship Type="http://schemas.openxmlformats.org/officeDocument/2006/relationships/officeDocument" Target="/ppt/presentation.xml" Id="R63c017e6c9384b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c230550d2f49aa"/>
  </p:sldMasterIdLst>
  <p:notesMasterIdLst>
    <p:notesMasterId xmlns:r="http://schemas.openxmlformats.org/officeDocument/2006/relationships" r:id="R492ef8edcaf8467e"/>
  </p:notesMasterIdLst>
  <p:sldIdLst>
    <p:sldId xmlns:r="http://schemas.openxmlformats.org/officeDocument/2006/relationships" id="256" r:id="Rc2aa076b539544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2e4c288509421a" /><Relationship Type="http://schemas.openxmlformats.org/officeDocument/2006/relationships/slideMaster" Target="/ppt/slideMasters/slideMaster1.xml" Id="R2bc230550d2f49aa" /><Relationship Type="http://schemas.openxmlformats.org/officeDocument/2006/relationships/notesMaster" Target="/ppt/notesMasters/notesMaster1.xml" Id="R492ef8edcaf8467e" /><Relationship Type="http://schemas.openxmlformats.org/officeDocument/2006/relationships/presProps" Target="/ppt/presProps.xml" Id="R6be29a9ea28e405c" /><Relationship Type="http://schemas.openxmlformats.org/officeDocument/2006/relationships/tableStyles" Target="/ppt/tableStyles.xml" Id="R374c876680a5478f" /><Relationship Type="http://schemas.openxmlformats.org/officeDocument/2006/relationships/slide" Target="/ppt/slides/slide1.xml" Id="Rc2aa076b539544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0866985d0b40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b5cd7047224a4a" /><Relationship Type="http://schemas.openxmlformats.org/officeDocument/2006/relationships/notesMaster" Target="/ppt/notesMasters/notesMaster1.xml" Id="R73e9cdeb3b3d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c5f29615d40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a7410544d41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d3b9c3c9b4b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dccc355504b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a3b744c674f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116fa3619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FB33C7-3A10-47C3-8605-C378F6F8C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B38D36-4F10-4CA8-9459-C2D7619394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2D540A-3EF4-4341-AB9D-A902140E7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1CF2E4-3DBD-4F0F-A611-38E3D3677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9B986A-5DEE-43BB-B9FB-D0F98C5CA9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39D9D0-8696-48D5-AF6D-F30A37423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7473F4-0E33-44BF-BA3E-78F54FFC6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BB2BA5-4C14-4C73-B8CD-C2554B784F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BAE173-E8D9-484A-B745-D310E8640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1C1867-97A4-4436-857D-9D727B35AE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23f3f3abb3474b" /><Relationship Type="http://schemas.openxmlformats.org/officeDocument/2006/relationships/slideLayout" Target="/ppt/slideLayouts/slideLayout1.xml" Id="Rc1731b8ac3c64265" /><Relationship Type="http://schemas.openxmlformats.org/officeDocument/2006/relationships/slideLayout" Target="/ppt/slideLayouts/slideLayout2.xml" Id="R33192f326e5a42c8" /><Relationship Type="http://schemas.openxmlformats.org/officeDocument/2006/relationships/slideLayout" Target="/ppt/slideLayouts/slideLayout3.xml" Id="R1fbc04687d4f4859" /><Relationship Type="http://schemas.openxmlformats.org/officeDocument/2006/relationships/slideLayout" Target="/ppt/slideLayouts/slideLayout4.xml" Id="R1b4ddcfbd82248f5" /><Relationship Type="http://schemas.openxmlformats.org/officeDocument/2006/relationships/slideLayout" Target="/ppt/slideLayouts/slideLayout5.xml" Id="Ree561be2b0e4403c" /><Relationship Type="http://schemas.openxmlformats.org/officeDocument/2006/relationships/slideLayout" Target="/ppt/slideLayouts/slideLayout6.xml" Id="R3ecdfa86c0ae46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31b8ac3c64265"/>
    <p:sldLayoutId xmlns:r="http://schemas.openxmlformats.org/officeDocument/2006/relationships" id="2147483650" r:id="R33192f326e5a42c8"/>
    <p:sldLayoutId xmlns:r="http://schemas.openxmlformats.org/officeDocument/2006/relationships" id="2147483651" r:id="R1fbc04687d4f4859"/>
    <p:sldLayoutId xmlns:r="http://schemas.openxmlformats.org/officeDocument/2006/relationships" id="2147483652" r:id="R1b4ddcfbd82248f5"/>
    <p:sldLayoutId xmlns:r="http://schemas.openxmlformats.org/officeDocument/2006/relationships" id="2147483653" r:id="Ree561be2b0e4403c"/>
    <p:sldLayoutId xmlns:r="http://schemas.openxmlformats.org/officeDocument/2006/relationships" id="2147483654" r:id="R3ecdfa86c0ae46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45bd8dc48488e" /><Relationship Type="http://schemas.openxmlformats.org/officeDocument/2006/relationships/notesSlide" Target="/ppt/notesSlides/notesSlide1.xml" Id="R81b84ea9a4bc46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D2789-4904-4540-B3C0-2EFCE4B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36F4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36F45"/>
                </a:solidFill>
              </a:defRPr>
            </a:pPr>
            <a:r>
              <a:rPr sz="1275" b="1">
                <a:solidFill>
                  <a:srgbClr val="E36F45"/>
                </a:solidFill>
              </a:rPr>
              <a:t>DOMAIN 2    PYTHON SOURCE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AE647-D41F-4B83-A6FA-4B1F1C38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2213B"/>
                </a:solidFill>
              </a:defRPr>
            </a:pPr>
            <a:r>
              <a:rPr sz="3225" b="1">
                <a:solidFill>
                  <a:srgbClr val="12213B"/>
                </a:solidFill>
              </a:rPr>
              <a:t>Functions and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1782F-2DDD-4C0F-B520-EE2F360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Five Tree-sitter modules, each below 2,000 prefill tokens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38AC7-EDEC-4E5E-B41F-DE060F06233C}"/>
              </a:ext>
            </a:extLst>
          </p:cNvPr>
          <p:cNvGraphicFramePr/>
          <p:nvPr/>
        </p:nvGraphicFramePr>
        <p:xfrm>
          <a:off xmlns:a="http://schemas.openxmlformats.org/drawingml/2006/main" x="723900" y="1924050"/>
          <a:ext xmlns:a="http://schemas.openxmlformats.org/drawingml/2006/main" cx="10744200" cy="3086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76400"/>
                <a:gridCol w="790575"/>
                <a:gridCol w="809625"/>
                <a:gridCol w="1571625"/>
                <a:gridCol w="1238250"/>
                <a:gridCol w="1066800"/>
                <a:gridCol w="1524000"/>
                <a:gridCol w="2066925"/>
              </a:tblGrid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Nodes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 / B tokens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Syntax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KV drop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CPU total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Pricing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45 / 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47.4%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1,869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Accounts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46 / 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56.1%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45.8%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1,761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Inventory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56 / 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1,680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Alerts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52 / 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50.6%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49.4%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1,842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Exports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44 / 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48.1%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44.7%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2,185 ms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5D115-F101-48FD-AF0B-E72AF5D4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3B"/>
                </a:solidFill>
              </a:defRPr>
            </a:pPr>
            <a:r>
              <a:rPr sz="1875" b="1">
                <a:solidFill>
                  <a:srgbClr val="12213B"/>
                </a:solidFill>
              </a:rPr>
              <a:t>20 / 20 exact comparisons. All five B edits and evictions preserve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AE5C8-1338-4F30-89B1-10A8E3E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Median CPU total: 1,842 ms. Pure syntax: 202 / 394 source tokens (51.3%).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BFDA9-938B-484E-B1AB-B0E68571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E"/>
                </a:solidFill>
              </a:defRPr>
            </a:pPr>
            <a:r>
              <a:rPr sz="1125" b="0">
                <a:solidFill>
                  <a:srgbClr val="53657E"/>
                </a:solidFill>
              </a:rPr>
              <a:t>CPU total excludes model load. Imports and class context remain shared.</a:t>
            </a:r>
          </a:p>
        </p:txBody>
      </p:sp>
    </p:spTree>
    <p:extLst>
      <p:ext uri="{BB962C8B-B14F-4D97-AF65-F5344CB8AC3E}">
        <p14:creationId xmlns:p14="http://schemas.microsoft.com/office/powerpoint/2010/main" val="1403507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2026-10-16T11:38:49.3650000Z</dcterms:created>
  <dcterms:modified xsi:type="dcterms:W3CDTF">2026-10-16T11:38:49.3650000Z</dcterms:modified>
</coreProperties>
</file>